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60" r:id="rId6"/>
    <p:sldId id="262" r:id="rId8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6" Type="http://schemas.openxmlformats.org/officeDocument/2006/relationships/slide" Target="slides/slide5.xml"/><Relationship Id="rId8" Type="http://schemas.openxmlformats.org/officeDocument/2006/relationships/slide" Target="slides/slide7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400" y="660350"/>
            <a:ext cx="5440680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8"/>
              </a:lnSpc>
              <a:buNone/>
            </a:pPr>
            <a:r>
              <a:rPr lang="en-US" sz="1100" b="1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TECHNICAL DEMONSTRATION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33400" y="1028402"/>
            <a:ext cx="5440680" cy="767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24"/>
              </a:lnSpc>
              <a:spcBef>
                <a:spcPts val="1600"/>
              </a:spcBef>
              <a:buNone/>
            </a:pPr>
            <a:r>
              <a:rPr lang="en-US" sz="2800" b="1" dirty="0">
                <a:solidFill>
                  <a:srgbClr val="18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fresh evidence to accountable publication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33400" y="2101155"/>
            <a:ext cx="5246370" cy="5667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32"/>
              </a:lnSpc>
              <a:spcBef>
                <a:spcPts val="2400"/>
              </a:spcBef>
              <a:buNone/>
            </a:pPr>
            <a:r>
              <a:rPr lang="en-US" sz="1800" dirty="0">
                <a:solidFill>
                  <a:srgbClr val="5D6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auditable AI-assisted editorial pipeline for Scholar in the Loop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77000" y="0"/>
            <a:ext cx="2667000" cy="5143500"/>
          </a:xfrm>
          <a:prstGeom prst="rect">
            <a:avLst/>
          </a:prstGeom>
          <a:solidFill>
            <a:srgbClr val="182433"/>
          </a:solidFill>
          <a:ln w="9525">
            <a:solidFill>
              <a:srgbClr val="1824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791325" y="593675"/>
            <a:ext cx="2079117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8"/>
              </a:lnSpc>
              <a:buNone/>
            </a:pPr>
            <a:r>
              <a:rPr lang="en-US" sz="1100" b="1" dirty="0">
                <a:solidFill>
                  <a:srgbClr val="B58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ENTRY POINT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791325" y="974378"/>
            <a:ext cx="2079117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4"/>
              </a:lnSpc>
              <a:spcBef>
                <a:spcPts val="1700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bash run.sh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91325" y="1574155"/>
            <a:ext cx="2038350" cy="12650"/>
          </a:xfrm>
          <a:prstGeom prst="rect">
            <a:avLst/>
          </a:prstGeom>
          <a:solidFill>
            <a:srgbClr val="52616A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791325" y="1916906"/>
            <a:ext cx="2079117" cy="726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D8DD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source types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D8DD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UTC dates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D8DD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evidence store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D8DD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approval gate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91325" y="4415284"/>
            <a:ext cx="2079117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D8DD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 1.125 · Problem Set 4</a:t>
            </a:r>
            <a:endParaRPr lang="en-US" sz="1100" dirty="0"/>
          </a:p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D8DD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Zhekai Li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33400" y="4572298"/>
            <a:ext cx="4172504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8"/>
              </a:lnSpc>
              <a:buNone/>
            </a:pPr>
            <a:r>
              <a:rPr lang="en-US" sz="1100" b="1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· EVIDENCE · REVISION · RECOVERY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400" y="152400"/>
            <a:ext cx="336793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SCHOLAR IN THE LOOP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242661" y="152400"/>
            <a:ext cx="336793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b="1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SYSTEM ARCHITECTURE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3400" y="431750"/>
            <a:ext cx="8077200" cy="12650"/>
          </a:xfrm>
          <a:prstGeom prst="rect">
            <a:avLst/>
          </a:prstGeom>
          <a:solidFill>
            <a:srgbClr val="CDD2D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33400" y="698450"/>
            <a:ext cx="8238744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8"/>
              </a:lnSpc>
              <a:buNone/>
            </a:pPr>
            <a:r>
              <a:rPr lang="en-US" sz="1100" b="1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INSPECTABLE BOUNDARIES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33400" y="990302"/>
            <a:ext cx="8238744" cy="767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24"/>
              </a:lnSpc>
              <a:spcBef>
                <a:spcPts val="1000"/>
              </a:spcBef>
              <a:buNone/>
            </a:pPr>
            <a:r>
              <a:rPr lang="en-US" sz="2800" b="1" dirty="0">
                <a:solidFill>
                  <a:srgbClr val="18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Collection becomes publication only after review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33400" y="1803350"/>
            <a:ext cx="2565350" cy="1092101"/>
          </a:xfrm>
          <a:prstGeom prst="roundRect">
            <a:avLst>
              <a:gd name="adj" fmla="val 2326"/>
            </a:avLst>
          </a:prstGeom>
          <a:solidFill>
            <a:srgbClr val="E7EFEE"/>
          </a:solidFill>
          <a:ln w="9525">
            <a:solidFill>
              <a:srgbClr val="E7EFEE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46075" y="1977926"/>
            <a:ext cx="2182800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8"/>
              </a:lnSpc>
              <a:buNone/>
            </a:pPr>
            <a:r>
              <a:rPr lang="en-US" sz="1100" b="1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COLLECT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46075" y="2231678"/>
            <a:ext cx="21828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4"/>
              </a:lnSpc>
              <a:spcBef>
                <a:spcPts val="700"/>
              </a:spcBef>
              <a:buNone/>
            </a:pPr>
            <a:r>
              <a:rPr lang="en-US" sz="1800" b="1" dirty="0">
                <a:solidFill>
                  <a:srgbClr val="18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source types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46075" y="2552105"/>
            <a:ext cx="2182800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5D6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RSS · YouTube · podcast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89250" y="1803350"/>
            <a:ext cx="2565350" cy="1092101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CDD2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3501926" y="1977926"/>
            <a:ext cx="2182800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8"/>
              </a:lnSpc>
              <a:buNone/>
            </a:pPr>
            <a:r>
              <a:rPr lang="en-US" sz="1100" b="1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EXTRACT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501926" y="2231678"/>
            <a:ext cx="21828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4"/>
              </a:lnSpc>
              <a:spcBef>
                <a:spcPts val="700"/>
              </a:spcBef>
              <a:buNone/>
            </a:pPr>
            <a:r>
              <a:rPr lang="en-US" sz="1800" b="1" dirty="0">
                <a:solidFill>
                  <a:srgbClr val="18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 · timestamps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501926" y="2552105"/>
            <a:ext cx="2182800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5D6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Substantive evidence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045101" y="1803350"/>
            <a:ext cx="2565350" cy="1092101"/>
          </a:xfrm>
          <a:prstGeom prst="roundRect">
            <a:avLst>
              <a:gd name="adj" fmla="val 2326"/>
            </a:avLst>
          </a:prstGeom>
          <a:solidFill>
            <a:srgbClr val="F0E8DA"/>
          </a:solidFill>
          <a:ln w="9525">
            <a:solidFill>
              <a:srgbClr val="F0E8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257776" y="1977926"/>
            <a:ext cx="2182800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8"/>
              </a:lnSpc>
              <a:buNone/>
            </a:pPr>
            <a:r>
              <a:rPr lang="en-US" sz="1100" b="1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STORE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257776" y="2231678"/>
            <a:ext cx="21828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4"/>
              </a:lnSpc>
              <a:spcBef>
                <a:spcPts val="700"/>
              </a:spcBef>
              <a:buNone/>
            </a:pPr>
            <a:r>
              <a:rPr lang="en-US" sz="1800" b="1" dirty="0">
                <a:solidFill>
                  <a:srgbClr val="18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SQLite owner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257776" y="2552105"/>
            <a:ext cx="2182800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5D6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data/store.sh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533400" y="3047851"/>
            <a:ext cx="2565350" cy="1092101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CDD2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746075" y="3222427"/>
            <a:ext cx="2182800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8"/>
              </a:lnSpc>
              <a:buNone/>
            </a:pPr>
            <a:r>
              <a:rPr lang="en-US" sz="1100" b="1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DECIDE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6075" y="3476179"/>
            <a:ext cx="21828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4"/>
              </a:lnSpc>
              <a:spcBef>
                <a:spcPts val="700"/>
              </a:spcBef>
              <a:buNone/>
            </a:pPr>
            <a:r>
              <a:rPr lang="en-US" sz="1800" b="1" dirty="0">
                <a:solidFill>
                  <a:srgbClr val="18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+ briefs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746075" y="3796605"/>
            <a:ext cx="2182800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5D6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Codex, read-only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289250" y="3047851"/>
            <a:ext cx="2565350" cy="1092101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9525">
            <a:solidFill>
              <a:srgbClr val="CDD2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3501926" y="3222427"/>
            <a:ext cx="2182800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8"/>
              </a:lnSpc>
              <a:buNone/>
            </a:pPr>
            <a:r>
              <a:rPr lang="en-US" sz="1100" b="1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REVIEW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501926" y="3476179"/>
            <a:ext cx="21828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4"/>
              </a:lnSpc>
              <a:spcBef>
                <a:spcPts val="700"/>
              </a:spcBef>
              <a:buNone/>
            </a:pPr>
            <a:r>
              <a:rPr lang="en-US" sz="1800" b="1" dirty="0">
                <a:solidFill>
                  <a:srgbClr val="18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Fingerprint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3501926" y="3796605"/>
            <a:ext cx="2182800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5D6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checks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045101" y="3047851"/>
            <a:ext cx="2565350" cy="1092101"/>
          </a:xfrm>
          <a:prstGeom prst="roundRect">
            <a:avLst>
              <a:gd name="adj" fmla="val 2326"/>
            </a:avLst>
          </a:prstGeom>
          <a:solidFill>
            <a:srgbClr val="182433"/>
          </a:solidFill>
          <a:ln w="9525">
            <a:solidFill>
              <a:srgbClr val="1824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257776" y="3222427"/>
            <a:ext cx="2182800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8"/>
              </a:lnSpc>
              <a:buNone/>
            </a:pPr>
            <a:r>
              <a:rPr lang="en-US" sz="1100" b="1" dirty="0">
                <a:solidFill>
                  <a:srgbClr val="B58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· APPROVE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257776" y="3476179"/>
            <a:ext cx="2182800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4"/>
              </a:lnSpc>
              <a:spcBef>
                <a:spcPts val="700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6257776" y="3796605"/>
            <a:ext cx="2182800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400"/>
              </a:spcBef>
              <a:buNone/>
            </a:pPr>
            <a:r>
              <a:rPr lang="en-US" sz="1100" dirty="0">
                <a:solidFill>
                  <a:srgbClr val="D8DD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Exact reviewed state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33400" y="4568279"/>
            <a:ext cx="8238744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b="1" dirty="0">
                <a:solidFill>
                  <a:srgbClr val="18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run.sh → component JSONL contracts → package/ → Google Vids · Substack · YouTube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400" y="152400"/>
            <a:ext cx="336793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SCHOLAR IN THE LOOP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242661" y="152400"/>
            <a:ext cx="336793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b="1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REPEATABILITY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3400" y="431750"/>
            <a:ext cx="8077200" cy="12650"/>
          </a:xfrm>
          <a:prstGeom prst="rect">
            <a:avLst/>
          </a:prstGeom>
          <a:solidFill>
            <a:srgbClr val="CDD2D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33400" y="698450"/>
            <a:ext cx="8238744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8"/>
              </a:lnSpc>
              <a:buNone/>
            </a:pPr>
            <a:r>
              <a:rPr lang="en-US" sz="1100" b="1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LIVE RUNS ON DIFFERENT DATES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33400" y="990302"/>
            <a:ext cx="8238744" cy="767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24"/>
              </a:lnSpc>
              <a:spcBef>
                <a:spcPts val="1000"/>
              </a:spcBef>
              <a:buNone/>
            </a:pPr>
            <a:r>
              <a:rPr lang="en-US" sz="2800" b="1" dirty="0">
                <a:solidFill>
                  <a:srgbClr val="18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Repeated observations do not become fake changes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33400" y="1917650"/>
            <a:ext cx="3810000" cy="2120801"/>
          </a:xfrm>
          <a:prstGeom prst="roundRect">
            <a:avLst>
              <a:gd name="adj" fmla="val 1198"/>
            </a:avLst>
          </a:prstGeom>
          <a:solidFill>
            <a:srgbClr val="FFFFFF"/>
          </a:solidFill>
          <a:ln w="9525">
            <a:solidFill>
              <a:srgbClr val="CDD2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2275" y="2181076"/>
            <a:ext cx="3296894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8"/>
              </a:lnSpc>
              <a:buNone/>
            </a:pPr>
            <a:r>
              <a:rPr lang="en-US" sz="1100" b="1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 · AWAITING REVIEW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275" y="2574578"/>
            <a:ext cx="585966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800" b="1" dirty="0">
                <a:solidFill>
                  <a:srgbClr val="18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22275" y="2947839"/>
            <a:ext cx="585966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D6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777752" y="2574578"/>
            <a:ext cx="261408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800" b="1" dirty="0">
                <a:solidFill>
                  <a:srgbClr val="18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1777752" y="2947839"/>
            <a:ext cx="261408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D6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415034" y="2574578"/>
            <a:ext cx="704981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800" b="1" dirty="0">
                <a:solidFill>
                  <a:srgbClr val="18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47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2415034" y="2947839"/>
            <a:ext cx="704981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5D6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unchanged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22275" y="3332559"/>
            <a:ext cx="3296894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1600"/>
              </a:spcBef>
              <a:buNone/>
            </a:pPr>
            <a:r>
              <a:rPr lang="en-US" sz="1100" dirty="0">
                <a:solidFill>
                  <a:srgbClr val="5D6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articles and three scripts produced.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00600" y="1917650"/>
            <a:ext cx="3810000" cy="2120801"/>
          </a:xfrm>
          <a:prstGeom prst="roundRect">
            <a:avLst>
              <a:gd name="adj" fmla="val 1198"/>
            </a:avLst>
          </a:prstGeom>
          <a:solidFill>
            <a:srgbClr val="182433"/>
          </a:solidFill>
          <a:ln w="9525">
            <a:solidFill>
              <a:srgbClr val="1824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5089475" y="2181076"/>
            <a:ext cx="3296894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8"/>
              </a:lnSpc>
              <a:buNone/>
            </a:pPr>
            <a:r>
              <a:rPr lang="en-US" sz="1100" b="1" dirty="0">
                <a:solidFill>
                  <a:srgbClr val="B58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10 · READY FOR PRODUCTION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89475" y="2574578"/>
            <a:ext cx="585966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5089475" y="2947839"/>
            <a:ext cx="585966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D8DD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extracted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044952" y="2574578"/>
            <a:ext cx="261408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2800" dirty="0"/>
          </a:p>
        </p:txBody>
      </p:sp>
      <p:sp>
        <p:nvSpPr>
          <p:cNvPr id="21" name="Text 19"/>
          <p:cNvSpPr/>
          <p:nvPr/>
        </p:nvSpPr>
        <p:spPr>
          <a:xfrm>
            <a:off x="6044952" y="2947839"/>
            <a:ext cx="261408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D8DD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682234" y="2574578"/>
            <a:ext cx="704981" cy="3732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682234" y="2947839"/>
            <a:ext cx="704981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dirty="0">
                <a:solidFill>
                  <a:srgbClr val="D8DD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unchanged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89475" y="3332559"/>
            <a:ext cx="3296894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1600"/>
              </a:spcBef>
              <a:buNone/>
            </a:pPr>
            <a:r>
              <a:rPr lang="en-US" sz="1100" dirty="0">
                <a:solidFill>
                  <a:srgbClr val="D8DD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inputs reused without new versions.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533400" y="4568279"/>
            <a:ext cx="8238744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b="1" dirty="0">
                <a:solidFill>
                  <a:srgbClr val="18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changes.jsonl records identity and version status for every observation.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400" y="152400"/>
            <a:ext cx="336793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SCHOLAR IN THE LOOP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242661" y="152400"/>
            <a:ext cx="336793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b="1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EDITORIAL CORRECTION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3400" y="431750"/>
            <a:ext cx="8077200" cy="12650"/>
          </a:xfrm>
          <a:prstGeom prst="rect">
            <a:avLst/>
          </a:prstGeom>
          <a:solidFill>
            <a:srgbClr val="CDD2D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33400" y="698450"/>
            <a:ext cx="8238744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8"/>
              </a:lnSpc>
              <a:buNone/>
            </a:pPr>
            <a:r>
              <a:rPr lang="en-US" sz="1100" b="1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REVISION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33400" y="990302"/>
            <a:ext cx="8238744" cy="767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24"/>
              </a:lnSpc>
              <a:spcBef>
                <a:spcPts val="1000"/>
              </a:spcBef>
              <a:buNone/>
            </a:pPr>
            <a:r>
              <a:rPr lang="en-US" sz="2800" b="1" dirty="0">
                <a:solidFill>
                  <a:srgbClr val="18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Rejecting one claim should not discard the useful source perspective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33400" y="1917650"/>
            <a:ext cx="2336899" cy="2108150"/>
          </a:xfrm>
          <a:prstGeom prst="roundRect">
            <a:avLst>
              <a:gd name="adj" fmla="val 1205"/>
            </a:avLst>
          </a:prstGeom>
          <a:solidFill>
            <a:srgbClr val="F0E8DA"/>
          </a:solidFill>
          <a:ln w="9525">
            <a:solidFill>
              <a:srgbClr val="F0E8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71525" y="2181076"/>
            <a:ext cx="1897862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8"/>
              </a:lnSpc>
              <a:buNone/>
            </a:pPr>
            <a:r>
              <a:rPr lang="en-US" sz="1100" b="1" dirty="0">
                <a:solidFill>
                  <a:srgbClr val="B58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1525" y="2536478"/>
            <a:ext cx="1897862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4"/>
              </a:lnSpc>
              <a:spcBef>
                <a:spcPts val="1500"/>
              </a:spcBef>
              <a:buNone/>
            </a:pPr>
            <a:r>
              <a:rPr lang="en-US" sz="1800" b="1" dirty="0">
                <a:solidFill>
                  <a:srgbClr val="18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Reject whole item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71525" y="3240881"/>
            <a:ext cx="1897862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1300"/>
              </a:spcBef>
              <a:buNone/>
            </a:pPr>
            <a:r>
              <a:rPr lang="en-US" sz="1100" dirty="0">
                <a:solidFill>
                  <a:srgbClr val="5D6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Unsupported efficiency comparison dominated the decision.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2994456" y="2819251"/>
            <a:ext cx="28493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400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3403550" y="1917650"/>
            <a:ext cx="2336899" cy="2108150"/>
          </a:xfrm>
          <a:prstGeom prst="roundRect">
            <a:avLst>
              <a:gd name="adj" fmla="val 1205"/>
            </a:avLst>
          </a:prstGeom>
          <a:solidFill>
            <a:srgbClr val="FFFFFF"/>
          </a:solidFill>
          <a:ln w="9525">
            <a:solidFill>
              <a:srgbClr val="CDD2D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641675" y="2181076"/>
            <a:ext cx="1897862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8"/>
              </a:lnSpc>
              <a:buNone/>
            </a:pPr>
            <a:r>
              <a:rPr lang="en-US" sz="1100" b="1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REVIEW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641675" y="2536478"/>
            <a:ext cx="1897862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4"/>
              </a:lnSpc>
              <a:spcBef>
                <a:spcPts val="1500"/>
              </a:spcBef>
              <a:buNone/>
            </a:pPr>
            <a:r>
              <a:rPr lang="en-US" sz="1800" b="1" dirty="0">
                <a:solidFill>
                  <a:srgbClr val="18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Separate the claims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3641675" y="3240881"/>
            <a:ext cx="1897862" cy="5447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1300"/>
              </a:spcBef>
              <a:buNone/>
            </a:pPr>
            <a:r>
              <a:rPr lang="en-US" sz="1100" dirty="0">
                <a:solidFill>
                  <a:srgbClr val="5D6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the relevant testimony; exclude the unsupported number.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864606" y="2819251"/>
            <a:ext cx="284937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400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6273701" y="1917650"/>
            <a:ext cx="2336899" cy="2108150"/>
          </a:xfrm>
          <a:prstGeom prst="roundRect">
            <a:avLst>
              <a:gd name="adj" fmla="val 1205"/>
            </a:avLst>
          </a:prstGeom>
          <a:solidFill>
            <a:srgbClr val="182433"/>
          </a:solidFill>
          <a:ln w="9525">
            <a:solidFill>
              <a:srgbClr val="1824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6511826" y="2181076"/>
            <a:ext cx="1897862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8"/>
              </a:lnSpc>
              <a:buNone/>
            </a:pPr>
            <a:r>
              <a:rPr lang="en-US" sz="1100" b="1" dirty="0">
                <a:solidFill>
                  <a:srgbClr val="B58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V3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511826" y="2536478"/>
            <a:ext cx="1897862" cy="5393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4"/>
              </a:lnSpc>
              <a:spcBef>
                <a:spcPts val="1500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Accept with limits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511826" y="3240881"/>
            <a:ext cx="1897862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1300"/>
              </a:spcBef>
              <a:buNone/>
            </a:pPr>
            <a:r>
              <a:rPr lang="en-US" sz="1100" dirty="0">
                <a:solidFill>
                  <a:srgbClr val="D8DD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Pieces 02 and 03 · perspective only.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33400" y="4568279"/>
            <a:ext cx="8238744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b="1" dirty="0">
                <a:solidFill>
                  <a:srgbClr val="18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editorial_review.md → config/editorial_policy.md → corrected October 10 rerun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33400" y="152400"/>
            <a:ext cx="336793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SCHOLAR IN THE LOOP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242661" y="152400"/>
            <a:ext cx="3367939" cy="1732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b="1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RECOVERY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33400" y="431750"/>
            <a:ext cx="8077200" cy="12650"/>
          </a:xfrm>
          <a:prstGeom prst="rect">
            <a:avLst/>
          </a:prstGeom>
          <a:solidFill>
            <a:srgbClr val="CDD2D3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33400" y="698450"/>
            <a:ext cx="8238744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8"/>
              </a:lnSpc>
              <a:buNone/>
            </a:pPr>
            <a:r>
              <a:rPr lang="en-US" sz="1100" b="1" dirty="0">
                <a:solidFill>
                  <a:srgbClr val="2F6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PRESERVED FAILURE → EXPLICIT REPAIR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33400" y="990302"/>
            <a:ext cx="8238744" cy="76795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024"/>
              </a:lnSpc>
              <a:spcBef>
                <a:spcPts val="1000"/>
              </a:spcBef>
              <a:buNone/>
            </a:pPr>
            <a:r>
              <a:rPr lang="en-US" sz="2800" b="1" dirty="0">
                <a:solidFill>
                  <a:srgbClr val="18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system records what broke and how the next run recovered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533400" y="1917650"/>
            <a:ext cx="3810000" cy="2209800"/>
          </a:xfrm>
          <a:prstGeom prst="roundRect">
            <a:avLst>
              <a:gd name="adj" fmla="val 1149"/>
            </a:avLst>
          </a:prstGeom>
          <a:solidFill>
            <a:srgbClr val="F0E8DA"/>
          </a:solidFill>
          <a:ln w="9525">
            <a:solidFill>
              <a:srgbClr val="F0E8DA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22275" y="2181076"/>
            <a:ext cx="3296894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8"/>
              </a:lnSpc>
              <a:buNone/>
            </a:pPr>
            <a:r>
              <a:rPr lang="en-US" sz="1100" b="1" dirty="0">
                <a:solidFill>
                  <a:srgbClr val="B58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 FAILURE ARTIFACT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275" y="2523679"/>
            <a:ext cx="3296894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4"/>
              </a:lnSpc>
              <a:spcBef>
                <a:spcPts val="1400"/>
              </a:spcBef>
              <a:buNone/>
            </a:pPr>
            <a:r>
              <a:rPr lang="en-US" sz="1800" b="1" dirty="0">
                <a:solidFill>
                  <a:srgbClr val="18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Long audio + invalid 01-C1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822275" y="2945755"/>
            <a:ext cx="3296894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1200"/>
              </a:spcBef>
              <a:buNone/>
            </a:pPr>
            <a:r>
              <a:rPr lang="en-US" sz="1100" dirty="0">
                <a:solidFill>
                  <a:srgbClr val="5D6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podcasts exceeded the paid media limit. The brief schema rejected uppercase claim IDs.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800600" y="1917650"/>
            <a:ext cx="3810000" cy="2209800"/>
          </a:xfrm>
          <a:prstGeom prst="roundRect">
            <a:avLst>
              <a:gd name="adj" fmla="val 1149"/>
            </a:avLst>
          </a:prstGeom>
          <a:solidFill>
            <a:srgbClr val="182433"/>
          </a:solidFill>
          <a:ln w="9525">
            <a:solidFill>
              <a:srgbClr val="182433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5089475" y="2181076"/>
            <a:ext cx="3296894" cy="16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98"/>
              </a:lnSpc>
              <a:buNone/>
            </a:pPr>
            <a:r>
              <a:rPr lang="en-US" sz="1100" b="1" dirty="0">
                <a:solidFill>
                  <a:srgbClr val="B58A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RECOVERED PATH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89475" y="2523679"/>
            <a:ext cx="3296894" cy="2696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24"/>
              </a:lnSpc>
              <a:spcBef>
                <a:spcPts val="1400"/>
              </a:spcBef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MLX timestamps + strict retry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5089475" y="2945755"/>
            <a:ext cx="3296894" cy="3631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spcBef>
                <a:spcPts val="1200"/>
              </a:spcBef>
              <a:buNone/>
            </a:pPr>
            <a:r>
              <a:rPr lang="en-US" sz="1100" dirty="0">
                <a:solidFill>
                  <a:srgbClr val="D8DDD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whisper-turbo handles long audio. Codex runs read-only. Final incremental API cost: $0.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33400" y="4568279"/>
            <a:ext cx="8238744" cy="1815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30"/>
              </a:lnSpc>
              <a:buNone/>
            </a:pPr>
            <a:r>
              <a:rPr lang="en-US" sz="1100" b="1" dirty="0">
                <a:solidFill>
                  <a:srgbClr val="18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failed run remains intact; the successful run does not rewrite its history.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Scholar in the Loop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Scholar in the Loop Technical Demonstration</dc:title>
  <dc:subject>MIT 1.125 Problem Set 4 technical demonstration</dc:subject>
  <dc:creator>Zhekai Li</dc:creator>
  <cp:lastModifiedBy>Zhekai Li</cp:lastModifiedBy>
  <cp:revision>1</cp:revision>
  <dcterms:created xsi:type="dcterms:W3CDTF">2026-10-11T03:42:12Z</dcterms:created>
  <dcterms:modified xsi:type="dcterms:W3CDTF">2026-10-11T03:42:12Z</dcterms:modified>
</cp:coreProperties>
</file>