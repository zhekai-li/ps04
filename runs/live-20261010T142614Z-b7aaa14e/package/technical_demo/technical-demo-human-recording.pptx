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5"/>
    <p:sldId id="261" r:id="rId7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60350"/>
            <a:ext cx="544068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400" y="1028402"/>
            <a:ext cx="5440680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6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fresh evidence to accountable publication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3400" y="2101155"/>
            <a:ext cx="5246370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2400"/>
              </a:spcBef>
              <a:buNone/>
            </a:pPr>
            <a:r>
              <a:rPr lang="en-US" sz="18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auditable AI-assisted editorial pipeline for Scholar in the Loop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77000" y="0"/>
            <a:ext cx="2667000" cy="5143500"/>
          </a:xfrm>
          <a:prstGeom prst="rect">
            <a:avLst/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91325" y="593675"/>
            <a:ext cx="207911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91325" y="974378"/>
            <a:ext cx="207911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run.sh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91325" y="1574155"/>
            <a:ext cx="2038350" cy="12650"/>
          </a:xfrm>
          <a:prstGeom prst="rect">
            <a:avLst/>
          </a:prstGeom>
          <a:solidFill>
            <a:srgbClr val="5261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91325" y="1916906"/>
            <a:ext cx="2079117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source types</a:t>
            </a:r>
            <a:endParaRPr lang="en-US" sz="11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UTC dates</a:t>
            </a:r>
            <a:endParaRPr lang="en-US" sz="11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evidence store</a:t>
            </a:r>
            <a:endParaRPr lang="en-US" sz="11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 gate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91325" y="4415284"/>
            <a:ext cx="207911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1.125 · Problem Set 4</a:t>
            </a:r>
            <a:endParaRPr lang="en-US" sz="11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Zhekai Li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3400" y="4572298"/>
            <a:ext cx="417250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EVIDENCE · REVISION · RECOVERY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242661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INSPECTABLE BOUNDARIES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becomes publication only after review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803350"/>
            <a:ext cx="2565350" cy="1092101"/>
          </a:xfrm>
          <a:prstGeom prst="roundRect">
            <a:avLst>
              <a:gd name="adj" fmla="val 2326"/>
            </a:avLst>
          </a:prstGeom>
          <a:solidFill>
            <a:srgbClr val="E7EFEE"/>
          </a:solidFill>
          <a:ln w="9525">
            <a:solidFill>
              <a:srgbClr val="E7EF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6075" y="1977926"/>
            <a:ext cx="21828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COLLECT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6075" y="2231678"/>
            <a:ext cx="21828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source types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6075" y="2552105"/>
            <a:ext cx="218280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 · YouTube · podcast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89250" y="1803350"/>
            <a:ext cx="2565350" cy="1092101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01926" y="1977926"/>
            <a:ext cx="21828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EXTRACT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01926" y="2231678"/>
            <a:ext cx="21828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· timestamps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01926" y="2552105"/>
            <a:ext cx="218280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Substantive evidence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45101" y="1803350"/>
            <a:ext cx="2565350" cy="1092101"/>
          </a:xfrm>
          <a:prstGeom prst="roundRect">
            <a:avLst>
              <a:gd name="adj" fmla="val 2326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57776" y="1977926"/>
            <a:ext cx="21828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STORE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7776" y="2231678"/>
            <a:ext cx="21828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owner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57776" y="2552105"/>
            <a:ext cx="218280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data/store.sh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3400" y="3047851"/>
            <a:ext cx="2565350" cy="1092101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46075" y="3222427"/>
            <a:ext cx="21828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DECIDE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6075" y="3476179"/>
            <a:ext cx="21828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+ briefs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6075" y="3796605"/>
            <a:ext cx="218280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Codex, read-only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89250" y="3047851"/>
            <a:ext cx="2565350" cy="1092101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501926" y="3222427"/>
            <a:ext cx="21828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REVIEW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01926" y="3476179"/>
            <a:ext cx="21828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501926" y="3796605"/>
            <a:ext cx="218280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checks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45101" y="3047851"/>
            <a:ext cx="2565350" cy="1092101"/>
          </a:xfrm>
          <a:prstGeom prst="roundRect">
            <a:avLst>
              <a:gd name="adj" fmla="val 2326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57776" y="3222427"/>
            <a:ext cx="21828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APPROVE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57776" y="3476179"/>
            <a:ext cx="21828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257776" y="3796605"/>
            <a:ext cx="218280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reviewed state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3400" y="456827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run.sh → component JSONL contracts → package/ → Google Vids · Substack · YouTube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242661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PUBLISHED-CLAIM TRACE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SOURCE · EXACT EVIDENCE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qualitative perspective, not a performance result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854101"/>
            <a:ext cx="3873401" cy="2463701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275" y="2117527"/>
            <a:ext cx="336156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EVIDENCE IDENTITY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275" y="2460129"/>
            <a:ext cx="3361563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youtube:q_g-rU1kW2o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275" y="2856756"/>
            <a:ext cx="3361563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1972602e… · SciSpace testimonial</a:t>
            </a:r>
            <a:endParaRPr lang="en-US" sz="1100" dirty="0"/>
          </a:p>
          <a:p>
            <a:pPr algn="l" indent="0" marL="0">
              <a:lnSpc>
                <a:spcPts val="143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 transcript · 00:51–01:11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275" y="3397597"/>
            <a:ext cx="3295650" cy="636091"/>
          </a:xfrm>
          <a:prstGeom prst="roundRect">
            <a:avLst>
              <a:gd name="adj" fmla="val 3993"/>
            </a:avLst>
          </a:prstGeom>
          <a:solidFill>
            <a:srgbClr val="ECEEED"/>
          </a:solidFill>
          <a:ln w="9525">
            <a:solidFill>
              <a:srgbClr val="ECEE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84200" y="3534073"/>
            <a:ext cx="3031236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“outsource the tedious parts” while retaining thinking, analysis, reasoning, and judgment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7199" y="1854101"/>
            <a:ext cx="3873401" cy="2463701"/>
          </a:xfrm>
          <a:prstGeom prst="roundRect">
            <a:avLst>
              <a:gd name="adj" fmla="val 1031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26075" y="2117527"/>
            <a:ext cx="336156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BOUNDARY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6075" y="2460129"/>
            <a:ext cx="3361563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workflow perspective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6075" y="3139083"/>
            <a:ext cx="3361563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the unsupported time-saving comparison as quantitative evidence.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6075" y="3684687"/>
            <a:ext cx="32956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6075" y="3803749"/>
            <a:ext cx="3361563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incentive disclosed · no causal or prevalence claim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242661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PUBLISHED-CLAIM TRACE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TO AUDIENCE FORMATS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bounded claim travels through every artifact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917650"/>
            <a:ext cx="1473101" cy="2108150"/>
          </a:xfrm>
          <a:prstGeom prst="roundRect">
            <a:avLst>
              <a:gd name="adj" fmla="val 1724"/>
            </a:avLst>
          </a:prstGeom>
          <a:solidFill>
            <a:srgbClr val="E7EFEE"/>
          </a:solidFill>
          <a:ln w="9525">
            <a:solidFill>
              <a:srgbClr val="E7EF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0626" y="2155775"/>
            <a:ext cx="112062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0626" y="2701379"/>
            <a:ext cx="1120622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+ segments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0626" y="3405783"/>
            <a:ext cx="112062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00:51–01:11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84202" y="1917650"/>
            <a:ext cx="1473101" cy="210815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71427" y="2155775"/>
            <a:ext cx="112062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DECISION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1427" y="2536478"/>
            <a:ext cx="1120622" cy="8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with limits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71427" y="3510558"/>
            <a:ext cx="112062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Pieces 02 · 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35003" y="1917650"/>
            <a:ext cx="1473101" cy="2108150"/>
          </a:xfrm>
          <a:prstGeom prst="roundRect">
            <a:avLst>
              <a:gd name="adj" fmla="val 1724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22229" y="2155775"/>
            <a:ext cx="112062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BRIEF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2229" y="2536478"/>
            <a:ext cx="1120622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03-c4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22229" y="2971205"/>
            <a:ext cx="112062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locators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5805" y="1917650"/>
            <a:ext cx="1473101" cy="210815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73030" y="2155775"/>
            <a:ext cx="112062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OUTPUTS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73030" y="2536478"/>
            <a:ext cx="1120622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+ video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73030" y="3240881"/>
            <a:ext cx="112062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claim marker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6606" y="1917650"/>
            <a:ext cx="1473101" cy="2108150"/>
          </a:xfrm>
          <a:prstGeom prst="roundRect">
            <a:avLst>
              <a:gd name="adj" fmla="val 1724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323832" y="2155775"/>
            <a:ext cx="112062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SOURCE NOTE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23832" y="2701379"/>
            <a:ext cx="1120622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 trace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23832" y="3405783"/>
            <a:ext cx="112062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passage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3400" y="456827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package/source_notes/03.md resolves 03-c4 to segments yt-00022 through yt-00027.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242661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TRADEOFF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 IS A STATE TRANSITION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changed artifact makes the old approval stale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905000"/>
            <a:ext cx="3835301" cy="2311301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275" y="2168426"/>
            <a:ext cx="332270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FINGERPRINT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275" y="2511028"/>
            <a:ext cx="3322701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1361c8b…da4194a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275" y="2933105"/>
            <a:ext cx="332270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Binds evidence, policy, prompts, articles, scripts, and deterministic checks.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275" y="3473946"/>
            <a:ext cx="3257550" cy="454521"/>
          </a:xfrm>
          <a:prstGeom prst="roundRect">
            <a:avLst>
              <a:gd name="adj" fmla="val 5588"/>
            </a:avLst>
          </a:prstGeom>
          <a:solidFill>
            <a:srgbClr val="E7EFEE"/>
          </a:solidFill>
          <a:ln w="9525">
            <a:solidFill>
              <a:srgbClr val="E7EF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84200" y="3610421"/>
            <a:ext cx="299237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approval.json must name this exact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5299" y="1905000"/>
            <a:ext cx="3835301" cy="2311301"/>
          </a:xfrm>
          <a:prstGeom prst="roundRect">
            <a:avLst>
              <a:gd name="adj" fmla="val 1099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64175" y="2168426"/>
            <a:ext cx="332270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TRADEOFF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64175" y="2511028"/>
            <a:ext cx="3322701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process boundaries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64175" y="3202781"/>
            <a:ext cx="3322701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+ JSONL improve replay and inspection. Pydantic, snapshots, receipts, and one store owner restore safety.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3400" y="456827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can request review. It cannot manufacture human consent.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Scholar in the Loop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 in the Loop Technical Demonstration</dc:title>
  <dc:subject>MIT 1.125 Problem Set 4 technical demonstration</dc:subject>
  <dc:creator>Zhekai Li</dc:creator>
  <cp:lastModifiedBy>Zhekai Li</cp:lastModifiedBy>
  <cp:revision>1</cp:revision>
  <dcterms:created xsi:type="dcterms:W3CDTF">2026-10-11T03:42:12Z</dcterms:created>
  <dcterms:modified xsi:type="dcterms:W3CDTF">2026-10-11T03:42:12Z</dcterms:modified>
</cp:coreProperties>
</file>