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34901"/>
            <a:ext cx="544068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400" y="1002953"/>
            <a:ext cx="544068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6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reasoning is not provenance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2075706"/>
            <a:ext cx="5052060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answer can be readable, traceable, and still wrong. Build a verification layer.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91325" y="572988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1325" y="3681115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1325" y="13476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1325" y="71735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1325" y="945654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91325" y="212228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1325" y="149200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91325" y="1720304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91325" y="28969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1325" y="2266652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91325" y="2494955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91325" y="3041303"/>
            <a:ext cx="209854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1325" y="3269605"/>
            <a:ext cx="209854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1325" y="4440734"/>
            <a:ext cx="207911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400" y="4572298"/>
            <a:ext cx="38862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QUESTIONS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collapse fluency, provenance, and verification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031950"/>
            <a:ext cx="2590800" cy="2082701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826" y="2333476"/>
            <a:ext cx="210522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6826" y="2777728"/>
            <a:ext cx="210522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follow the explanation?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6826" y="3520232"/>
            <a:ext cx="210522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6600" y="2031950"/>
            <a:ext cx="2590800" cy="2082701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0026" y="2333476"/>
            <a:ext cx="210522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0026" y="2777728"/>
            <a:ext cx="210522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locate the source?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0026" y="3520232"/>
            <a:ext cx="210522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19800" y="2031950"/>
            <a:ext cx="2590800" cy="2082701"/>
          </a:xfrm>
          <a:prstGeom prst="roundRect">
            <a:avLst>
              <a:gd name="adj" fmla="val 1220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3226" y="2333476"/>
            <a:ext cx="210522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3226" y="2777728"/>
            <a:ext cx="210522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evidence support the claim?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3226" y="3520232"/>
            <a:ext cx="210522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helps. Only verification earns evidentiary credit.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is not faithful explanation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38200" y="2082701"/>
            <a:ext cx="1905000" cy="1219200"/>
          </a:xfrm>
          <a:prstGeom prst="roundRect">
            <a:avLst>
              <a:gd name="adj" fmla="val 2083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62038" y="2371576"/>
            <a:ext cx="145732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2038" y="2726978"/>
            <a:ext cx="1457325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17091" y="2514451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9602" y="2082701"/>
            <a:ext cx="1905000" cy="1219200"/>
          </a:xfrm>
          <a:prstGeom prst="roundRect">
            <a:avLst>
              <a:gd name="adj" fmla="val 208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03439" y="2536627"/>
            <a:ext cx="14573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8492" y="2514451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1003" y="2082701"/>
            <a:ext cx="1905000" cy="1219200"/>
          </a:xfrm>
          <a:prstGeom prst="roundRect">
            <a:avLst>
              <a:gd name="adj" fmla="val 208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4841" y="2536627"/>
            <a:ext cx="145732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35101" y="3555950"/>
            <a:ext cx="4673501" cy="762000"/>
          </a:xfrm>
          <a:prstGeom prst="roundRect">
            <a:avLst>
              <a:gd name="adj" fmla="val 3333"/>
            </a:avLst>
          </a:prstGeom>
          <a:solidFill>
            <a:srgbClr val="ECEEED"/>
          </a:solidFill>
          <a:ln w="9525">
            <a:solidFill>
              <a:srgbClr val="ECEE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57060" y="3730526"/>
            <a:ext cx="4229582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 does not prove faithful explanation.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Perspective · conceptual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CHECKS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located source is not yet supporting evidence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095500"/>
            <a:ext cx="2438102" cy="172715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397026"/>
            <a:ext cx="192336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90625" y="2777728"/>
            <a:ext cx="1923365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method improves reliability.”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02742" y="2781151"/>
            <a:ext cx="37344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26421" y="2095500"/>
            <a:ext cx="4003179" cy="762000"/>
          </a:xfrm>
          <a:prstGeom prst="roundRect">
            <a:avLst>
              <a:gd name="adj" fmla="val 3333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02646" y="2333625"/>
            <a:ext cx="3519743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26421" y="3060650"/>
            <a:ext cx="4003179" cy="762000"/>
          </a:xfrm>
          <a:prstGeom prst="roundRect">
            <a:avLst>
              <a:gd name="adj" fmla="val 333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2646" y="3298775"/>
            <a:ext cx="3519743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support still untested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method, context, qualifications, and scope, not just the URL.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TRACING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must travel upstream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158901"/>
            <a:ext cx="2031355" cy="1371600"/>
          </a:xfrm>
          <a:prstGeom prst="roundRect">
            <a:avLst>
              <a:gd name="adj" fmla="val 1852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6575" y="2435126"/>
            <a:ext cx="1560400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RESULT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6575" y="2955429"/>
            <a:ext cx="15604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91227" y="2666851"/>
            <a:ext cx="3701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35400" y="2158901"/>
            <a:ext cx="2152204" cy="137160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86175" y="2435126"/>
            <a:ext cx="168366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CHECKED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6175" y="2790527"/>
            <a:ext cx="1683666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1675" y="2666851"/>
            <a:ext cx="3701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5848" y="2070050"/>
            <a:ext cx="2152352" cy="1549301"/>
          </a:xfrm>
          <a:prstGeom prst="roundRect">
            <a:avLst>
              <a:gd name="adj" fmla="val 163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56623" y="2346275"/>
            <a:ext cx="168381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CLAIMS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56623" y="2688878"/>
            <a:ext cx="1683818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reproduced</a:t>
            </a:r>
            <a:endParaRPr lang="en-US" sz="1800" dirty="0"/>
          </a:p>
          <a:p>
            <a:pPr algn="l" indent="0" marL="0">
              <a:lnSpc>
                <a:spcPts val="2124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unverified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one sign error affected three dependent manuscripts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BEFORE TRUST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should be tested against observed outcomes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006501"/>
            <a:ext cx="3949601" cy="1905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9625" y="2295376"/>
            <a:ext cx="346509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CLAIM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9625" y="2663428"/>
            <a:ext cx="3465094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evidence traceable and relevant?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9625" y="3359944"/>
            <a:ext cx="3397151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625" y="3466207"/>
            <a:ext cx="346509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· quotations · decisive steps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702" y="2006501"/>
            <a:ext cx="3949601" cy="1905000"/>
          </a:xfrm>
          <a:prstGeom prst="roundRect">
            <a:avLst>
              <a:gd name="adj" fmla="val 133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6927" y="2295376"/>
            <a:ext cx="346509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CONFIDENCE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6927" y="2663428"/>
            <a:ext cx="3465094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stated expectations match results?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6927" y="3359944"/>
            <a:ext cx="3397151" cy="0"/>
          </a:xfrm>
          <a:prstGeom prst="line">
            <a:avLst/>
          </a:prstGeom>
          <a:noFill/>
          <a:ln w="9525">
            <a:solidFill>
              <a:srgbClr val="566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6927" y="3466207"/>
            <a:ext cx="346509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· failures · updated reliance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400" y="3924300"/>
            <a:ext cx="8077200" cy="558701"/>
          </a:xfrm>
          <a:prstGeom prst="roundRect">
            <a:avLst>
              <a:gd name="adj" fmla="val 4546"/>
            </a:avLst>
          </a:prstGeom>
          <a:solidFill>
            <a:srgbClr val="ECEEED"/>
          </a:solidFill>
          <a:ln w="9525">
            <a:solidFill>
              <a:srgbClr val="ECEE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1322" y="4086225"/>
            <a:ext cx="770135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earns trust only when it tracks performance.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VERIFICATION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gates between a fluent draft and an author-verified claim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0319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2295376"/>
            <a:ext cx="1131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075" y="2688878"/>
            <a:ext cx="113109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6075" y="3123605"/>
            <a:ext cx="113109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9170" y="2031950"/>
            <a:ext cx="1534120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81845" y="2295376"/>
            <a:ext cx="113094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81845" y="2688878"/>
            <a:ext cx="1130945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81845" y="3393281"/>
            <a:ext cx="113094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and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04791" y="20319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17466" y="2295376"/>
            <a:ext cx="1131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17466" y="2688878"/>
            <a:ext cx="113109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17466" y="3123605"/>
            <a:ext cx="113109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steps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561" y="20319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53236" y="2295376"/>
            <a:ext cx="1131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3236" y="2688878"/>
            <a:ext cx="113109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53236" y="3123605"/>
            <a:ext cx="113109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76331" y="20319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89006" y="2295376"/>
            <a:ext cx="11310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89006" y="2688878"/>
            <a:ext cx="113109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89006" y="3123605"/>
            <a:ext cx="113109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outcomes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400" y="4121646"/>
            <a:ext cx="8238744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is a candidate. Citations are leads. Confidence must be calibrated.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0302"/>
            <a:ext cx="823874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3400" y="22711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17805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17424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20502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on reasoning tokens · commentary on provenance and validity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3400" y="29188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4282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23901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26979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dependency failure in AI-associated mathematics manuscripts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3400" y="35665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30759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30378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3456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webinar testimony · statement and reference checking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3400" y="4214217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3723680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3685580"/>
            <a:ext cx="7565035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3993356"/>
            <a:ext cx="756503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panel testimony · calibration and behavioral characterization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79429"/>
            <a:ext cx="823874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Fluent Reasoning Is Not Provenance: Build a Verification Layer</dc:title>
  <dc:subject>Scholar in the Loop audience video visual deck</dc:subject>
  <dc:creator>Zhekai Li</dc:creator>
  <cp:lastModifiedBy>Zhekai Li</cp:lastModifiedBy>
  <cp:revision>1</cp:revision>
  <dcterms:created xsi:type="dcterms:W3CDTF">2026-10-11T02:56:53Z</dcterms:created>
  <dcterms:modified xsi:type="dcterms:W3CDTF">2026-10-11T02:56:53Z</dcterms:modified>
</cp:coreProperties>
</file>