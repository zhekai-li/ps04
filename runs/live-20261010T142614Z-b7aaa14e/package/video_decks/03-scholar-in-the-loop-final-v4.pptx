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02953"/>
            <a:ext cx="544068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responsibility by recording the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075706"/>
            <a:ext cx="5052060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says AI was used. A process record shows what happened and who made the consequential decisions.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4565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030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49495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6960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40734"/>
            <a:ext cx="207911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72298"/>
            <a:ext cx="38862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NOT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requires an inspectable chain of decisions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319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3208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2638276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1525" y="3085654"/>
            <a:ext cx="145732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90800" y="20319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8925" y="23208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28925" y="2638276"/>
            <a:ext cx="145732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bounded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3355330"/>
            <a:ext cx="145732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20319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23208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325" y="2638276"/>
            <a:ext cx="145732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checked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6325" y="3355330"/>
            <a:ext cx="145732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20319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43725" y="2320826"/>
            <a:ext cx="355550" cy="38100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3725" y="2638276"/>
            <a:ext cx="145732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defended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3725" y="3355330"/>
            <a:ext cx="145732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accountable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contribution and intellectual responsibility must remain visible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DIVISION OF LABOR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operations. Retain scientific judgment.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06501"/>
            <a:ext cx="3949601" cy="2209800"/>
          </a:xfrm>
          <a:prstGeom prst="roundRect">
            <a:avLst>
              <a:gd name="adj" fmla="val 1149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308027"/>
            <a:ext cx="343928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· REVERSIBLE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792313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3275" y="2714179"/>
            <a:ext cx="9026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113484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275" y="3035350"/>
            <a:ext cx="129808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clustering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275" y="3434655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3275" y="3356521"/>
            <a:ext cx="116327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275" y="3755827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3275" y="3677692"/>
            <a:ext cx="12107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proposals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0999" y="2006501"/>
            <a:ext cx="3949601" cy="2209800"/>
          </a:xfrm>
          <a:prstGeom prst="roundRect">
            <a:avLst>
              <a:gd name="adj" fmla="val 114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9875" y="2308027"/>
            <a:ext cx="343928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· ACCOUNTABLE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49875" y="2792313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30875" y="2714179"/>
            <a:ext cx="139280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49875" y="3113484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0875" y="3035350"/>
            <a:ext cx="14409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9875" y="3434655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0875" y="3356521"/>
            <a:ext cx="18362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9875" y="3755827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875" y="3677692"/>
            <a:ext cx="81549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claims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 practitioner testimony · a useful boundary, not product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PROCESS, NOT ONLY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paths explain how the final path emerged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600" y="2120801"/>
            <a:ext cx="1676400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37157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714179"/>
            <a:ext cx="127607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59661" y="2603302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2301" y="2120801"/>
            <a:ext cx="1676400" cy="1320701"/>
          </a:xfrm>
          <a:prstGeom prst="roundRect">
            <a:avLst>
              <a:gd name="adj" fmla="val 192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04976" y="237157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4976" y="2714179"/>
            <a:ext cx="127607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2362" y="2603302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75002" y="2120801"/>
            <a:ext cx="1676400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87677" y="237157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7677" y="2714179"/>
            <a:ext cx="127607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5063" y="2603302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7702" y="2120801"/>
            <a:ext cx="1676400" cy="1320701"/>
          </a:xfrm>
          <a:prstGeom prst="roundRect">
            <a:avLst>
              <a:gd name="adj" fmla="val 192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0378" y="237157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0378" y="2714179"/>
            <a:ext cx="127607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Labs founder testimony · process evidence, not independent performance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REQUIRES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is useful only if affected claims can be located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600" y="2158901"/>
            <a:ext cx="1676400" cy="16764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39702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714327"/>
            <a:ext cx="127607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59661" y="2819251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2301" y="2158901"/>
            <a:ext cx="1676400" cy="16764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04976" y="239702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4976" y="2714327"/>
            <a:ext cx="127607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2362" y="2819251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75002" y="2158901"/>
            <a:ext cx="1676400" cy="1676400"/>
          </a:xfrm>
          <a:prstGeom prst="roundRect">
            <a:avLst>
              <a:gd name="adj" fmla="val 1515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87677" y="239702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7677" y="2714327"/>
            <a:ext cx="1276070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where possible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5063" y="2819251"/>
            <a:ext cx="2589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7702" y="2158901"/>
            <a:ext cx="1676400" cy="1676400"/>
          </a:xfrm>
          <a:prstGeom prst="roundRect">
            <a:avLst>
              <a:gd name="adj" fmla="val 1515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0378" y="2397026"/>
            <a:ext cx="127607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0378" y="2714327"/>
            <a:ext cx="127607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if not fixable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supports correction. It does not guarantee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SEVEN-FIELD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enough context to reconstruct the decision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184350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447776"/>
            <a:ext cx="14963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78001" y="2184350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3327" y="2447776"/>
            <a:ext cx="14963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2602" y="2184350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7927" y="2447776"/>
            <a:ext cx="149633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67202" y="2184350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92528" y="2447776"/>
            <a:ext cx="14963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limits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3276451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8726" y="3539877"/>
            <a:ext cx="219585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63801" y="3276451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7" y="3539877"/>
            <a:ext cx="219585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94202" y="3276451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9527" y="3539877"/>
            <a:ext cx="219585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decision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49201"/>
            <a:ext cx="33421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RECORDS, TWO AUDIENCES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1041053"/>
            <a:ext cx="3342132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lineage is richer than public disclosure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497782"/>
            <a:ext cx="3342132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journal, university, funder, disciplinary, privacy, ethics, IRB, and IP requirements.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91000" y="863501"/>
            <a:ext cx="4419600" cy="1650950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9875" y="1101626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 LOG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79875" y="1393478"/>
            <a:ext cx="3918686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decision lineage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79875" y="1764655"/>
            <a:ext cx="391868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evidence, failed paths, verification, corrections, and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91000" y="2692152"/>
            <a:ext cx="4419600" cy="1650950"/>
          </a:xfrm>
          <a:prstGeom prst="roundRect">
            <a:avLst>
              <a:gd name="adj" fmla="val 153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79875" y="2930277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79875" y="3222129"/>
            <a:ext cx="3918686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assistance, stated proportionally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79875" y="3862983"/>
            <a:ext cx="391868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Audience-facing and policy-specific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711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7805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424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502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contribution and intellectual responsibility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188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282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3901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 / Periodic Labs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6979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testimony · process lineage and negative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665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759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378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456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and reviewer testimony · task boundaries, privacy, ethics, and IRB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142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236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6855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39933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audit, revision, and withdrawal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Preserve Responsibility by Recording the Research Process</dc:title>
  <dc:subject>Scholar in the Loop audience video visual deck</dc:subject>
  <dc:creator>Zhekai Li</dc:creator>
  <cp:lastModifiedBy>Zhekai Li</cp:lastModifiedBy>
  <cp:revision>1</cp:revision>
  <dcterms:created xsi:type="dcterms:W3CDTF">2026-10-11T02:56:57Z</dcterms:created>
  <dcterms:modified xsi:type="dcterms:W3CDTF">2026-10-11T02:56:57Z</dcterms:modified>
</cp:coreProperties>
</file>